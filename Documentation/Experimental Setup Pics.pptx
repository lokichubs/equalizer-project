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2426-41D8-AFC3-B3B4-0DD80CFE2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705E8-0A9D-0FBF-CA44-8F767D14E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84D91-381E-0B05-B361-A78A08256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87BEF-F165-A188-FA36-70B58DDA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9D155-6A5E-98A6-1B7F-0C5284EC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63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E9BB-8F05-940B-526D-BDC2868CF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4FC8E-807E-83FA-F4FF-FC56A9610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F9611-2F53-7828-00C8-4D0829C9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A7DF1-88AB-DACE-602A-3B7555505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2AB92-909D-13E5-8CAD-3CB74C150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0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9FCF9-F3FB-5E36-FB7B-9CE2785A7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441B3-7C12-0C12-7322-45AAC32FE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71090-419F-1EA9-516F-77CB0165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EB6EC-95C0-AF6F-316C-FE3399CA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46EFD-35ED-9054-ECAA-7AF03FEE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92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7781-0E43-0CE0-6E10-3CD9FE3F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79B1C-BEB8-CE6C-EF1F-31B30D7F7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04560-9CE4-D65A-2C31-0A659075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E89F5-DDDB-F5E1-67F7-D2C86E411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D3674-38A6-E512-D1B0-2B819F400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AF45F-2212-318A-B83C-4819E4A7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37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8658E-3BCC-C77B-D9D0-0260682E6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B22E8-A420-508C-DA5B-59BEBB37A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6F46F-AB9A-1471-73A5-EA6516FB8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88C79-42B7-932B-A1EB-F726D6238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1BA2D3-5429-D535-2AD9-9CC5065ACD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3F9341-F4D9-AA82-2719-77C29826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27018-2FF6-3414-DE12-8EF266279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716A42-E220-2750-72C1-392C1EDC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63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3C377-DC3F-925A-4934-25E43EA36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0F98F-129D-1F3B-CB63-20B2384FD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3AEDA-D87E-2476-E8B1-3A09BFDA5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25274-DE0D-51EB-F0B3-13FF5083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66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C1C6E-8AFE-DFF5-2C6C-9A28FCD23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8E16E-6975-0E66-B8C4-9FE0384D2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F3261-1699-9B1E-275C-DE643C1E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30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5F11C-ADAD-87EC-635E-521F02CC1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C3154-D1E6-6687-A429-02E910FDD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F5C0E-422E-662B-E636-2C64EDF9B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FED93-8C78-881C-46A8-942C356E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C1615-824E-3EB5-206F-04F6CCC5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688DA-C192-AB2B-FB1D-8B1DB058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309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5446-804B-D2E8-8659-808630D54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D9D6D3-E831-F9D9-6050-9DA82DE88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2CAF2-C735-4509-B439-DB8A7B851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BF9BA-DE21-D4BC-C846-255FCB03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126EE-CF6D-F085-0F44-291AB0959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FE0D3-8884-8F3B-78D5-F2A860AF7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1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C2E2-DE88-C99F-2C38-49D30C5DF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4B0730-8331-B358-8848-7669732B1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1DB86-CC97-B0B5-BE4B-81376E03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474DC-EF55-4C84-264F-4D25B0734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B3D55-FFF0-C7B9-F3AA-A2762A5D2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9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3B0F8F-3780-24DB-FDED-566FD3875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48527-D105-F280-D8AB-CF3700D5C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B3C21-529B-518C-44DD-5230FD92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DEED6-DCF5-4FDB-814A-C82A5C964D99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FB7A8-B7C6-02A9-3F14-FD467840C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E495A-E00F-024D-5151-3B244379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4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41C48D-B256-29F9-25B9-332BC395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3CA7E-E687-61D3-9595-26A7C59BE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DC5C3-1469-1978-DABD-CC676C449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DEED6-DCF5-4FDB-814A-C82A5C964D99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AB12E-1C6F-F3A5-DACC-02C8231F8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BC354-36A9-59FC-4839-62D9596AF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3F658-8A53-4249-9EEA-B04270C0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96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2DDE18-67D3-F69E-3E9F-F6D962561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05547" y="-106871"/>
            <a:ext cx="5143500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120C9D7-FE8E-8717-2D57-49CA044525B9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6202837" y="1824314"/>
            <a:ext cx="4320246" cy="6455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AB89962-690A-A1EA-3F14-FB610D489E28}"/>
              </a:ext>
            </a:extLst>
          </p:cNvPr>
          <p:cNvSpPr txBox="1"/>
          <p:nvPr/>
        </p:nvSpPr>
        <p:spPr>
          <a:xfrm>
            <a:off x="9894256" y="1177983"/>
            <a:ext cx="125765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4E3E2-18F3-8737-19EB-A739711B3FCE}"/>
              </a:ext>
            </a:extLst>
          </p:cNvPr>
          <p:cNvSpPr txBox="1"/>
          <p:nvPr/>
        </p:nvSpPr>
        <p:spPr>
          <a:xfrm>
            <a:off x="9894256" y="4154496"/>
            <a:ext cx="125765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 Power Source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939D27-59F0-C729-5A0D-31D132A89A7B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317530" y="3626963"/>
            <a:ext cx="4205553" cy="52753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AFD3969-2BDC-81FA-584B-EB15F9B00897}"/>
              </a:ext>
            </a:extLst>
          </p:cNvPr>
          <p:cNvSpPr txBox="1"/>
          <p:nvPr/>
        </p:nvSpPr>
        <p:spPr>
          <a:xfrm>
            <a:off x="1197203" y="4477661"/>
            <a:ext cx="133380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I2S MEMS Microphone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B4F11C-CAFC-FDFB-6C84-004C5EFA385F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1864104" y="3242820"/>
            <a:ext cx="1256168" cy="12348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09C2BD-5F0F-B230-940F-264FE8AAF4FE}"/>
                  </a:ext>
                </a:extLst>
              </p:cNvPr>
              <p:cNvSpPr txBox="1"/>
              <p:nvPr/>
            </p:nvSpPr>
            <p:spPr>
              <a:xfrm>
                <a:off x="1197203" y="1039483"/>
                <a:ext cx="1333801" cy="64633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10k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Resistor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09C2BD-5F0F-B230-940F-264FE8AAF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203" y="1039483"/>
                <a:ext cx="1333801" cy="646331"/>
              </a:xfrm>
              <a:prstGeom prst="rect">
                <a:avLst/>
              </a:prstGeom>
              <a:blipFill>
                <a:blip r:embed="rId3"/>
                <a:stretch>
                  <a:fillRect t="-4630"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8B50E3-3128-9C10-A8E6-04133A06C3CB}"/>
              </a:ext>
            </a:extLst>
          </p:cNvPr>
          <p:cNvCxnSpPr>
            <a:cxnSpLocks/>
            <a:endCxn id="23" idx="2"/>
          </p:cNvCxnSpPr>
          <p:nvPr/>
        </p:nvCxnSpPr>
        <p:spPr>
          <a:xfrm flipH="1" flipV="1">
            <a:off x="1864104" y="1685814"/>
            <a:ext cx="1463558" cy="1257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244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E44EFA-FB83-7A5C-85F1-89A1D73E9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9" t="31098" r="11438"/>
          <a:stretch>
            <a:fillRect/>
          </a:stretch>
        </p:blipFill>
        <p:spPr>
          <a:xfrm rot="5400000">
            <a:off x="2780062" y="1300892"/>
            <a:ext cx="4072380" cy="3311336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3154335-331D-9E3B-AFCF-E017A800E60F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501640" y="2100607"/>
            <a:ext cx="1940559" cy="7315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C98388C-B378-F78E-6C26-746E1D17FE88}"/>
              </a:ext>
            </a:extLst>
          </p:cNvPr>
          <p:cNvSpPr txBox="1"/>
          <p:nvPr/>
        </p:nvSpPr>
        <p:spPr>
          <a:xfrm>
            <a:off x="6583679" y="2832127"/>
            <a:ext cx="171704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with closable lid</a:t>
            </a:r>
          </a:p>
        </p:txBody>
      </p:sp>
    </p:spTree>
    <p:extLst>
      <p:ext uri="{BB962C8B-B14F-4D97-AF65-F5344CB8AC3E}">
        <p14:creationId xmlns:p14="http://schemas.microsoft.com/office/powerpoint/2010/main" val="169028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73E7C-64BC-12B3-E571-927B2B30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0336A44-3D92-3F7A-941B-85411EED2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838" y="1545996"/>
            <a:ext cx="5235019" cy="39262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43EF15-4FF6-0A87-E349-A091A52068D7}"/>
              </a:ext>
            </a:extLst>
          </p:cNvPr>
          <p:cNvSpPr txBox="1"/>
          <p:nvPr/>
        </p:nvSpPr>
        <p:spPr>
          <a:xfrm>
            <a:off x="5175314" y="1016408"/>
            <a:ext cx="133380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635B3E-A3DB-EDF0-99E5-9859F72B0627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3629320" y="1385740"/>
            <a:ext cx="2212895" cy="22812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17FF983-210B-4748-2C89-F4413ACB8236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5842215" y="1385740"/>
            <a:ext cx="1941138" cy="22058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F29C6BA-27E9-07F7-37E5-7BC502E553AA}"/>
              </a:ext>
            </a:extLst>
          </p:cNvPr>
          <p:cNvSpPr txBox="1"/>
          <p:nvPr/>
        </p:nvSpPr>
        <p:spPr>
          <a:xfrm>
            <a:off x="4438546" y="5656926"/>
            <a:ext cx="133380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ECF5793-12DC-2EE0-F739-D10104B71D33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4072379" y="4628561"/>
            <a:ext cx="1033068" cy="10283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938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17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Sriram</dc:creator>
  <cp:lastModifiedBy>Lokesh Sriram</cp:lastModifiedBy>
  <cp:revision>38</cp:revision>
  <dcterms:created xsi:type="dcterms:W3CDTF">2025-10-17T15:35:00Z</dcterms:created>
  <dcterms:modified xsi:type="dcterms:W3CDTF">2025-12-06T16:13:06Z</dcterms:modified>
</cp:coreProperties>
</file>